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7282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MX+VPU: direct FP4 PE 0 and FP8 PE 8; no LUT.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FP6 E3M2 LUT × FP4 direct → PE 3; VPU off.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LUT PE 9: both; 10: activation; 11: weight.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PE 0–8 can also use LUT; mode alone is insufficient.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TinyLlama: 155 FP4 / 45 FP8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full-model Spike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128-token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11,442,665,332†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9,611,186,417†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SmolVLA attention head · 113 / 163 keys‡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18,398 / 27,171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16,717 / 22,057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+10.1% / +23.2%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86400"/>
            <a:ext cx="10515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† All-FP8 prefill: 200 weights and 128 IDs match; cosine 0.945, top tokens 29871/362. Host/VPU differ; source 128 keys, compiler 160 slots; no ratio.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‡ Captured first-call head 0: all 4,096 BF16 values match per shape; source pipelined, compiler fenced. No whole-model ratio.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713232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TinyLlama logits vs FP32: prefill mixed -0.313, all-FP8 0.943; decode mean -0.324, 0/32 top matches.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First11 FP8: prepacked and runtime logits equal; 12.11B vs 90.55B cycles; cosine -0.440.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SmolVLA corrected final action cosine 0.058 vs FP32; prior scalar route 0.054. Drift remains.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