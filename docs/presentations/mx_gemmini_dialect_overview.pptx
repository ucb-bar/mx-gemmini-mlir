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"geometry": {"mesh_rows":16,"mesh_columns":16},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"legal_compute": 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{"activation_format":"fp4_e2m1",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"weight_format":"fp4_e2m1","pe_mode":0},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{"activation_format":"fp8_e4m3",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"weight_format":"fp8_e4m3","pe_mode":8}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"resources": {"scratchpad_bytes":262144,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"vpu":true,"spad_requant":true}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before: contract {format = "mxfp4"}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after:  contract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activation_format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weight_format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pe_mode = 0 : i32,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profile_sha256 = "e9e33f..."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selects PE 0; 256 KiB SPAD bounds tiling.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vpu_execute / spad_requant become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FP6 contracts reject here; use its LUT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%acc = "mx_gemmini.contract"(%A,%As,%B,%Bs)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activation_format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weight_format = "fp4_e2m1", pe_mode = 0 : i32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%out = "mx_gemmini.readout_bf16"(%acc)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__asm__ volatile(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".insn r 0x7b, 3, 2, x0, %0, %1"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"r"(Q_IN),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"r"(0x0010001000000000));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objdump: 4a: 04b6b07b  .insn 4, 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and tiles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MX+VPU Spike cycle results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Workload / scope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Native 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· full 12-step session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· full 33-step session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prefill trap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pending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flow · one step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2,112,653,481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2,112,919,925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−0.0126%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Completed timing receipt; independent quantized accuracy remains open. TinyLlama optimized prefill trapped before output; no model cycle total.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Nicolas e4m3_vpu Spike, host tracking off. Paired flow/attention output hashes match. Full SmolVLA issuer-swap outputs match.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03552"/>
                </a:solidFill>
                <a:latin typeface="Inter"/>
              </a:rPr>
              <a:t>Native source swaps only MX matrix issuers; host graph and VPU stay fixed. A matched full fused handwritten MX+VPU baseline is still missing.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