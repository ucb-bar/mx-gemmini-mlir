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Spike cycles by comparison scope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Nicolas path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flow 1 step · issuer swap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Output hashes match: SmolVLA 33/33; TinyLlama 99/99. This checks the captured outputs, not model accuracy.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e4m3_vpu Spike cycles are not FPGA latency. Dense attention compares one fused source kernel, not a full model.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Full-model rows swap MX issuers inside the same Merlin host/VPU program; small cycle gaps are expected.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Nicolas's fused MX+VPU kernels have not yet been stitched and timed as complete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