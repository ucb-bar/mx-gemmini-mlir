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PE 0 = direct FP4 × FP4; PE 8 = direct FP8 × FP8.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Selected profile: no operand LUT or FP6.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FP6×FP4 profile: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full-model Spike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attention head · 113 / 163 keys‡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18,398 / 27,171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16,717 / 22,057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+10.1% / +23.2%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86400"/>
            <a:ext cx="10515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‡ Captured first-call head 0: all 4,096 BF16 values match per shape; source pipelined, compiler fenced. No whole-model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713232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logits vs FP32: prefill mixed -0.313, all-FP8 0.943; decode mean -0.324, 0/32 top matches.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First11 FP8: prepacked and runtime logits equal; 12.11B vs 90.55B cycles; cosine -0.440.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corrected final action cosine 0.058 vs FP32; prior scalar route 0.054. Drift remains.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