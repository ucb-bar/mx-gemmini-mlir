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"spad_requant"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FP4 binds PE 0; 256 KiB SPAD caps tiles.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VPU/requant legal; FP6 rejects in this profile.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→ packed codes + E8M0 scales → mvin; contract → MX compute. Radiance softmax uses vpu_execute; readout_bf16 / spad_requant / wait finish the tile.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Spike results by measurement scope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64 tokens · functional Spike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4,473,524,179†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4,456,723,475†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Dense attention 64×256×128 · fused source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−0.27%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Issuer-swap rows use modeled e4m3_vpu cycles; hashes match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† 64-token row uses functional rdcycle (timing model off); source/compiler logits cosine 0.977. Dense attention uses modeled cycles.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Issuer-swap rows change only the MX command issuer; host and VPU code is the same.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† 64-token row uses functional Spike counters and different host/VPU work. No modeled speedup ratio.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