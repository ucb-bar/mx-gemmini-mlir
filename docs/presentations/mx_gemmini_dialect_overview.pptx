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No operand LUT or FP6 mode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Radiance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GEMMs: compiler matches 16,384 BF16 each; FP8/FP4 read-once B = 128/176 KiB versus 512 KiB FP8 re-stream.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GQA: compiled MX PV matches 65,536 source-produced BF16 values. Muon source cycles remain unpaired.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