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mixed 12-step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mixed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160-token forward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running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12,703,713,784†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PENDING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output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source forward: same 160 IDs and 200 FP32 weights. Compiler one-pass still running; host work and timers differ.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vs FP32: mixed prefill -0.313, decode -0.324 (0/32 top); all-FP8 full prefill 0.774, decode 0.663 (2/32 top).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