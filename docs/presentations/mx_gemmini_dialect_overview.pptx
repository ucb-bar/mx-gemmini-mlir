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binds packed codes + E8M0 scales; contract emits MX compute. Compiler softmax can use vpu_execute; Radiance's fused source uses Muon SIMT.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What the Spike comparisons measure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rows use modeled e4m3_vpu cycles;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