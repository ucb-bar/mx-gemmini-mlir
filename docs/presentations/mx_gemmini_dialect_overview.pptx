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"spad_requant"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FP4 binds PE 0; 256 KiB SPAD caps tiles.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VPU/requant legal; FP6 rejects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→ packed codes + E8M0 scales → mvin; contract → MX compute. Radiance softmax uses vpu_execute; readout_bf16 / spad_requant / wait finish the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Spike results by measurement scope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64 tokens · source vs compiler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5,369,620,807†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4,456,723,475†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Dense attention 64×256×128 · fused source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Issuer-swap hashes match: SmolVLA 33/33; TinyLlama 99/99. This is not an independent accuracy check.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Independent source vs compiler logits cosine 0.672. Dense attention is one fused kernel. Spike cycles are not FPGA latency.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Issuer-swap rows change only the MX command issuer; host and VPU code is the same.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† Source and compiler time different work; their logits do not yet match. No speedup ratio.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