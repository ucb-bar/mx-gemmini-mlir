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"spad_requant"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FP4 binds PE 0; 256 KiB SPAD caps tiles.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VPU/requant legal; FP6 rejects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binds packed codes + E8M0 scales; contract emits MX compute. Compiler softmax can use vpu_execute; Radiance's fused source uses Muon SIMT. readout_bf16 / spad_requant / wait finish the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Spike and Radiance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64-token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5,072,967,821†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4,328,997,732†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Dense attention 64×256×128 · fused source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Full prefill: 200 weights and 64 IDs match; cosine 0.982, token 1230. VPU adds: 44 source calls, 88 compiler regions; host math differs.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Radiance GEMMs: compiler matches 16,384 BF16 each; FP8/FP4 read-once B = 128/176 KiB versus 512 KiB FP8 re-stream.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Radiance GQA: compiled MX PV matches 65,536 source-produced BF16 values. Muon source cycles remain unpaired.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