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7282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MX+VPU: direct FP4 PE 0 and FP8 PE 8; no LUT.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FP6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LUT PE 9: both; 10: activation; 11: weight.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PE 0–8 can also use LUT; mode alone is insufficient.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TinyLlama: 155 FP4 / 45 FP8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comparisons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mixed 12-step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mixed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160-token forward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15,170,996,572†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12,703,713,784†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final-step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14,132 / 15,733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15,165 / 16,956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-6.8% / -7.2%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output hashes match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one-pass: same IDs/weights, 24/33 late top tokens. Source starts after embedding; host/VPU work differs. No ratio.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final flow step, head 0: all 4,096 BF16 values match per shape; source pipelined, compiler pipelined.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vs FP32: mixed prefill -0.313, decode -0.324 (0/32 top); all-FP8 full prefill 0.774, decode 0.663 (2/32 top).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final cosine vs FP32: mixed 0.058 → all-FP8 0.989; outputs differ.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