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  <p:sldId id="28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4600" y="438912"/>
            <a:ext cx="7168896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40" b="1">
                <a:solidFill>
                  <a:srgbClr val="313455"/>
                </a:solidFill>
                <a:latin typeface="Inter"/>
              </a:rPr>
              <a:t>Radiance MX: output and schedule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59536" y="1527048"/>
          <a:ext cx="10479023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08760"/>
                <a:gridCol w="3749039"/>
                <a:gridCol w="2386584"/>
              </a:tblGrid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Radiance source kernel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Shape M×N×K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Compiler check on Nicolas Spike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 traffic / limit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128 KiB · 32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FP4 down-projection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256×64×5632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176 KiB · 88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four-pass re-stream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four 64×64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512 KiB · 128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Batched GEMV · FP8/FP4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 source shapes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45,056 BF16 across four controls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one-read controls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GQA attention · MX PV only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 cutpoints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65,536 BF16 PV outputs with source P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whole kernel open</a:t>
                      </a:r>
                    </a:p>
                  </a:txBody>
                  <a:tcPr marL="128016" marR="91440" marT="45720" marB="27432" anchor="ctr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" y="4599432"/>
            <a:ext cx="5120640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TILE_M=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TILE_N=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TILE_K=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FP8 read once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tile=[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],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53912" y="4599432"/>
            <a:ext cx="5184648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four 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-row passes, B re-streamed each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</a:t>
            </a:r>
            <a:r>
              <a:rPr sz="950">
                <a:solidFill>
                  <a:srgbClr val="A44F25"/>
                </a:solidFill>
                <a:latin typeface="Liberation Mono"/>
              </a:rPr>
              <a:t>4</a:t>
            </a:r>
            <a:r>
              <a:rPr sz="950">
                <a:solidFill>
                  <a:srgbClr val="103552"/>
                </a:solidFill>
                <a:latin typeface="Liberation Mono"/>
              </a:rPr>
              <a:t> output tiles,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504688"/>
            <a:ext cx="1047902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We supplied Radiance's packed data and tile sizes. The compiler matched output and weight traffic; it did not discover the schedule on its own. Radiance runs on Muon+MX, this check on Rocket+MX+VPU Spike, so there is no cycle ratio. GQA PV is one stage.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04 / 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"lut"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false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7282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MX+VPU: direct FP4 PE 0 and FP8 PE 8; no LUT.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FP6 E3M2 LUT × FP4 direct → PE 3; VPU off.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LUT PE 9: both; 10: activation; 11: weight.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PE 0–8 can also use LUT; mode alone is insufficient.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TinyLlama: 155 FP4 / 45 FP8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256 KiB SPAD caps tiles; VPU/requant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supplies packed A/B codes + E8M0 scales. contract computes C[m,n] = Σk A[m,k]×B[k,n] in the selected PE mode; readout_bf16 returns BF16. VPU can do softmax; Radiance uses Muon SIMT.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Spike comparisons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128-token prefill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11,442,665,332†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9,611,186,417†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SmolVLA attention head · 113 / 163 keys‡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16,033 / 21,382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16,717 / 22,057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-4.1% / -3.1%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86400"/>
            <a:ext cx="10515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* Issuer swap: host/VPU fixed; modeled cycles. Output hashes equal for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† All-FP8 prefill: 200 weights and 128 IDs match; cosine 0.945, top tokens 29871/362. Host/VPU differ; source 128 keys, compiler 160 slots; no ratio.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‡ Captured first-call head 0: all 4,096 BF16 values match per shape; source pipelined, compiler pipelined. No whole-model ratio.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713232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TinyLlama logits vs FP32: prefill mixed -0.313, all-FP8 0.943; decode mean -0.324, 0/32 top matches.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First11 FP8: prepacked and runtime logits equal; 12.11B vs 90.55B cycles; cosine -0.440.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SmolVLA final cosine vs FP32: mixed 0.058 → all-FP8 0.989; outputs differ.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