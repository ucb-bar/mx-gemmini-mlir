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What the Spike comparisons measure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 tokens · functional Spike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4,473,524,179†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4,456,723,475†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 · fused source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Issuer-swap rows use modeled e4m3_vpu cycles; hashes match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64-token row uses functional rdcycle (timing model off); source/compiler logits cosine 0.977. Dense attention uses modeled cycles.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Full sessions: same host/VPU program; only the MX issuer changes. Near parity is expected.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† Independent prefill: different host/VPU work, no speedup ratio. Fused attention: one kernel.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