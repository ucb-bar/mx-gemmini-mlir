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"spad_requant"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PE 0 = direct FP4 × FP4; PE 8 = direct FP8 × FP8.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FP6 has no legal mode in this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supplies packed A/B codes + E8M0 scales. contract computes C[m,n] = Σk A[m,k]×B[k,n] in the selected PE mode; readout_bf16 returns BF16. VPU can do softmax; Radiance uses Muon SIMT.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Spike and Radiance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64-token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5,072,967,821†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4,328,997,732†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Nicolas dense attention · 64×256×128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Issuer swap: host/VPU fixed; modeled cycles. Output hashes equal for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† Full prefill: 200 weights and 64 IDs match; cosine 0.982, token 1230. VPU adds: 44 source calls, 88 compiler regions; host math differs.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Radiance GEMMs: compiler matches 16,384 BF16 each; FP8/FP4 read-once B = 128/176 KiB versus 512 KiB FP8 re-stream.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Radiance GQA: compiled MX PV matches 65,536 source-produced BF16 values. Muon source cycles remain unpaired.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