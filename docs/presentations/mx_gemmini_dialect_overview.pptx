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Spike results by measurement scope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 tokens · independent runs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4,473,524,179†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4,456,723,475†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Issuer-swap hashes match: SmolVLA 33/33; TinyLlama 99/99. This is not an independent accuracy check.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Independent source vs selected-VPU compiler logits cosine 0.977; same token, different timed work. No full-model speedup claim.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Issuer-swap rows change only the MX command issuer; host and VPU code is the same.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† Source and compiler time different work and use different host/VPU operations. No speedup ratio.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