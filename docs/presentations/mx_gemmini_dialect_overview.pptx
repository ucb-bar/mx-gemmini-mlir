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  <p:sldId id="28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4600" y="438912"/>
            <a:ext cx="7168896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40" b="1">
                <a:solidFill>
                  <a:srgbClr val="313455"/>
                </a:solidFill>
                <a:latin typeface="Inter"/>
              </a:rPr>
              <a:t>Radiance MX: output and schedule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59536" y="1527048"/>
          <a:ext cx="1047902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08760"/>
                <a:gridCol w="3749039"/>
                <a:gridCol w="2386584"/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Radiance source kernel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Shape M×N×K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Compiler check on Nicolas Spike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 traffic / limit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128 KiB · 32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FP4 down-projection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256×64×5632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176 KiB · 88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four-pass re-stream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four 64×64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512 KiB · 128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Batched GEMV · FP8/FP4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 source shapes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45,056 BF16 across four controls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one-read controls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GQA attention · MX PV only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 cutpoints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65,536 BF16 PV outputs with source P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whole kernel open</a:t>
                      </a:r>
                    </a:p>
                  </a:txBody>
                  <a:tcPr marL="128016" marR="91440" marT="45720" marB="27432" anchor="ctr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" y="4599432"/>
            <a:ext cx="5120640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TILE_M=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TILE_N=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TILE_K=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FP8 read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tile=[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],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53912" y="4599432"/>
            <a:ext cx="5184648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four 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-row passes, B re-streamed each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</a:t>
            </a:r>
            <a:r>
              <a:rPr sz="950">
                <a:solidFill>
                  <a:srgbClr val="A44F25"/>
                </a:solidFill>
                <a:latin typeface="Liberation Mono"/>
              </a:rPr>
              <a:t>4</a:t>
            </a:r>
            <a:r>
              <a:rPr sz="950">
                <a:solidFill>
                  <a:srgbClr val="103552"/>
                </a:solidFill>
                <a:latin typeface="Liberation Mono"/>
              </a:rPr>
              <a:t> output tiles,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504688"/>
            <a:ext cx="1047902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We supplied Radiance's packed data and tile sizes. The compiler matched output and weight traffic; it did not discover the schedule on its own. Radiance runs on Muon+MX, this check on Rocket+MX+VPU Spike, so there is no cycle ratio. GQA PV is one stage.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04 / 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"spad_requant"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PE 0 = direct FP4 × FP4; PE 8 = direct FP8 × FP8.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256 KiB SPAD caps tiles; VPU/requant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FP6 has no legal mode in this profile.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binds packed codes + E8M0 scales; contract emits MX compute. Compiler softmax can use vpu_execute; Radiance's fused source uses Muon SIMT. readout_bf16 / spad_requant / wait finish the tile.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Spike and Radiance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64-token prefill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5,072,967,821†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4,328,997,732†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Nicolas dense attention · 64×256×128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-0.27%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Issuer swap: host/VPU fixed; modeled cycles. Output hashes equal for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† Full prefill: 200 weights and 64 IDs match; cosine 0.982, token 1230. VPU adds: 44 source calls, 88 compiler regions; host math differs.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Radiance GEMMs: compiler matches 16,384 BF16 each; FP8/FP4 read-once B = 128/176 KiB versus 512 KiB FP8 re-stream.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Radiance GQA: compiled MX PV matches 65,536 source-produced BF16 values. Muon source cycles remain unpaired.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