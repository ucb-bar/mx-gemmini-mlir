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prefill vs FP32: mixed FP4/FP8 cosine -0.313, all-FP8 0.943. 33-step logits pending.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flow 0 → final action vs FP32: cosine 0.997 → 0.054; final normalized RMSE 1.726.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