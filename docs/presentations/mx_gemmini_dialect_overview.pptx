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"spad_requant"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481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TinyLlama: 155 FP4 / 45 FP8 MX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FP4 binds PE 0; 256 KiB SPAD caps tiles.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VPU/requant legal; FP6 rejects in this profile.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→ packed codes + E8M0 scales → mvin; contract → MX compute. Radiance softmax uses vpu_execute; readout_bf16 / spad_requant / wait finish the tile.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What the Spike comparisons measure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64-token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5,072,967,821†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4,328,997,732†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Dense attention 64×256×128 · fused source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43,523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43,641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−0.27%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04104"/>
            <a:ext cx="10515600" cy="60350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* Issuer-swap rows use modeled e4m3_vpu cycles; hashes match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" b="0">
                <a:solidFill>
                  <a:srgbClr val="5B5957"/>
                </a:solidFill>
                <a:latin typeface="Inter"/>
              </a:rPr>
              <a:t>† Full prefill: 200 weights and 64 IDs match; cosine 0.982, token 1230. VPU adds: 44 source calls, 88 compiler regions; host math differs.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557784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Full sessions: same host/VPU program; only the MX issuer changes. Near parity is expected.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† Independent prefill: different host/VPU work, no speedup ratio. Fused attention: one kernel.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