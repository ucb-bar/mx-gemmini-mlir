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"lut"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false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PE 0 = direct FP4 × FP4; PE 8 = direct FP8 × FP8.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No operand LUT or FP6 mode in this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Spike and numerical drift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64-token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5,072,967,821†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4,328,997,732†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Nicolas dense attention · 64×256×128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Full prefill: 200 weights and 64 IDs match; cosine 0.982, token 1230. VPU adds: 44 source calls, 88 compiler regions; host math differs.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Separate TinyLlama prefill vs FP32: mixed FP4/FP8 Spike cosine -0.313; all-FP8 0.943. Neither selects the FP32 top token.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Remaining 32 decode logits and final SmolVLA actions pending; this does not assess the 64-token timing row.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