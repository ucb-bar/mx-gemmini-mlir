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"spad_requant"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binds PE 0; 256 KiB SPAD caps tiles.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VPU/requant legal; FP6 rejects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→ packed codes + E8M0 scales → mvin; contract → MX compute. Radiance softmax uses vpu_execute;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Spike results by measurement scope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Nicolas path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cached layer · unpaired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268,345,341†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582,204†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Dense attention 64×256×128 · fused source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Issuer-swap output hashes match: SmolVLA 33/33; TinyLlama 99/99. This is not an independent model accuracy check.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Layer error vs PyTorch: compiler 7.60%; source 7.10%. Dense attention is one fused kernel. Spike cycles are not FPGA latency.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Full-model rows swap MX issuers inside one Merlin host/VPU program; small cycle gaps are expected.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† The layer uses the same tokens and weights but different timed work and tensor formats. Its cycle ratio is invalid.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