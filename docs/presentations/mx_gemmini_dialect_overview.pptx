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binds packed codes + E8M0 scales; contract emits MX compute. Compiler softmax can use vpu_execute; Radiance's fused source uses Muon SIMT.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and Radiance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Nicolas dense attention · 64×256×128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GEMMs: compiler matches 16,384 BF16 each; FP8/FP4 read-once B = 128/176 KiB versus 512 KiB FP8 re-stream.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Radiance GQA: compiled MX PV matches 65,536 source-produced BF16 values. Muon source cycles remain unpaired.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