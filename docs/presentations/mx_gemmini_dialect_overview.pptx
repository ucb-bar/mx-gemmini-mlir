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PE 0 = direct FP4 × FP4; PE 8 = direct FP8 × FP8.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Selected profile: no operand LUT or FP6.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FP6×FP4 profile: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full-model Spike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FP32 drift on fixed synthetic inputs: TinyLlama prefill logits cosine -0.313; decode mean -0.324, top matches 0/32.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corrected final action cosine 0.058 vs FP32; prior scalar route 0.054. Drift remains.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