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attention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17,669 / 24,241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16,717 / 22,057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+5.7% / +9.9%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first-call head 0: all 4,096 BF16 values match per shape; source pipelined, compiler queued.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