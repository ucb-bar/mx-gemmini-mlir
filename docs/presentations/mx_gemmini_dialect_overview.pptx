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full 12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72,066,544,354*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71,875,683,634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+0.266%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full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128-token prefill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11,442,665,332†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9,611,186,417†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attention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16,033 / 21,382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16,717 / 22,057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-4.1% / -3.1%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modeled cycles. Output hashes equal for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prefill: 200 weights and 128 IDs match; cosine 0.945, top tokens 29871/362. Host/VPU differ; source 128 keys, compiler 160 slots;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first-call head 0: all 4,096 BF16 values match per shape; source pipelined, compiler pipelined.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logits vs FP32: prefill mixed -0.313, all-FP8 0.943; decode mean -0.324, 0/32 top matches.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First11 FP8: prepacked and runtime logits equal; 12.11B vs 90.55B cycles; cosine -0.440.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corrected final action cosine 0.058 vs FP32; prior scalar route 0.054. Drift remains.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