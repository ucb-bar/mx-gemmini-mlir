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"lut"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false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7282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MX+VPU: direct FP4 PE 0 and FP8 PE 8; no LUT.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FP6 E3M2 LUT × FP4 direct → PE 3; VPU off.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LUT PE 9: both; 10: activation; 11: weight.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PE 0–8 can also use LUT; mode alone is insufficient.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TinyLlama: 155 FP4 / 45 FP8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256 KiB SPAD caps tiles; VPU/requant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supplies packed A/B codes + E8M0 scales. contract computes C[m,n] = Σk A[m,k]×B[k,n] in the selected PE mode; readout_bf16 returns BF16. VPU can do softmax; Radiance uses Muon SIMT.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Spike comparisons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all-FP8 12-step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180,219,637,915*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179,451,403,096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+0.428%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mixed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160-token forward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15,170,996,572†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12,762,360,525†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+18.9% raw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SmolVLA final-step head · 113 / 163 keys‡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14,132 / 15,733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15,165 / 16,956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-6.8% / -7.2%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86400"/>
            <a:ext cx="10515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* Issuer swap: host/VPU fixed; TinyLlama 99/99 and SmolVLA 33/33 output hashes match.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† All-FP8 token-to-logits: same IDs/weights. FP32 top matches source 131/160, compiler 103/160. Raw cycles; no equal-quality speedup.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‡ Captured final flow step, head 0: all 4,096 BF16 values match per shape; source pipelined, compiler pipelined. No whole-model ratio.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713232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TinyLlama vs FP32: mixed prefill -0.313, decode -0.324 (0/32 top); all-FP8 full prefill 0.774, decode 0.663 (2/32 top).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SmolVLA final cosine vs FP32: mixed 0.058 → all-FP8 0.989; outputs differ.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