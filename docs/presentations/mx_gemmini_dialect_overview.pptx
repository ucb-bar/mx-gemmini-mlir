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.xml"/><Relationship Id="rId30" Type="http://schemas.openxmlformats.org/officeDocument/2006/relationships/slide" Target="slides/slide1.xml"/><Relationship Id="rId4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Selected profile: no operand LUT or FP6.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FP6×FP4 profile: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522976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/>
            <a:r>
              <a:rPr sz="1060" b="1">
                <a:solidFill>
                  <a:srgbClr val="103552"/>
                </a:solidFill>
                <a:latin typeface="Inter"/>
              </a:rPr>
              <a:t>SmolVLA corrected final action cosine 0.058 vs FP32; prior scalar route 0.054. Drift remains.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