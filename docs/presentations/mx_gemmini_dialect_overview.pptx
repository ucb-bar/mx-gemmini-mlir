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No operand LUT or FP6 mode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numerical drift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Separate TinyLlama prefill vs FP32: mixed FP4/FP8 Spike cosine -0.313; all-FP8 0.943. Neither selects the FP32 top token.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Remaining 32 decode logits and final SmolVLA actions pending; the independent cycle row has no valid speedup ratio.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