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Selected profile: no operand LUT or FP6.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FP6×FP4 profile: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full-model Spike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prefill vs FP32: mixed FP4/FP8 cosine -0.313, all-FP8 0.943. 33-step logits pending.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step 9 vs FP32: full 0.054; FP32 prefix only 0.066; FP32 prefix + FP32 state 0.907.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