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Selected profile: no operand LUT or FP6.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FP6×FP4 profile: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full-model Spike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FP32 drift on fixed synthetic inputs: TinyLlama prefill logits cosine -0.313; decode mean -0.324, top matches 0/32.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step 9 vs FP32: full 0.054; FP32 prefix only 0.066; FP32 prefix + FP32 state 0.907.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